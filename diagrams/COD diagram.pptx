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A6635-2905-4401-B8A8-23D5E033C47F}" v="28" dt="2026-04-03T00:04:21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 snapToGrid="0">
      <p:cViewPr>
        <p:scale>
          <a:sx n="140" d="100"/>
          <a:sy n="140" d="100"/>
        </p:scale>
        <p:origin x="16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Collings" userId="ce58b2c3-dc59-48f8-9991-9a35deb3c99e" providerId="ADAL" clId="{138D4888-2AD2-424A-894D-B6C3AF726071}"/>
    <pc:docChg chg="undo custSel modSld">
      <pc:chgData name="Tyler Collings" userId="ce58b2c3-dc59-48f8-9991-9a35deb3c99e" providerId="ADAL" clId="{138D4888-2AD2-424A-894D-B6C3AF726071}" dt="2026-04-03T00:08:29.371" v="197" actId="1076"/>
      <pc:docMkLst>
        <pc:docMk/>
      </pc:docMkLst>
      <pc:sldChg chg="addSp modSp mod">
        <pc:chgData name="Tyler Collings" userId="ce58b2c3-dc59-48f8-9991-9a35deb3c99e" providerId="ADAL" clId="{138D4888-2AD2-424A-894D-B6C3AF726071}" dt="2026-04-03T00:08:29.371" v="197" actId="1076"/>
        <pc:sldMkLst>
          <pc:docMk/>
          <pc:sldMk cId="2541767628" sldId="256"/>
        </pc:sldMkLst>
        <pc:spChg chg="mod">
          <ac:chgData name="Tyler Collings" userId="ce58b2c3-dc59-48f8-9991-9a35deb3c99e" providerId="ADAL" clId="{138D4888-2AD2-424A-894D-B6C3AF726071}" dt="2026-04-03T00:03:16.897" v="85" actId="1076"/>
          <ac:spMkLst>
            <pc:docMk/>
            <pc:sldMk cId="2541767628" sldId="256"/>
            <ac:spMk id="10" creationId="{750AE5AE-D8B2-8902-0159-7D7ECAD98CFA}"/>
          </ac:spMkLst>
        </pc:spChg>
        <pc:spChg chg="mod">
          <ac:chgData name="Tyler Collings" userId="ce58b2c3-dc59-48f8-9991-9a35deb3c99e" providerId="ADAL" clId="{138D4888-2AD2-424A-894D-B6C3AF726071}" dt="2026-04-03T00:08:10.923" v="192" actId="1076"/>
          <ac:spMkLst>
            <pc:docMk/>
            <pc:sldMk cId="2541767628" sldId="256"/>
            <ac:spMk id="13" creationId="{65FC5619-D811-B0F5-4F41-AA5501164183}"/>
          </ac:spMkLst>
        </pc:spChg>
        <pc:spChg chg="mod">
          <ac:chgData name="Tyler Collings" userId="ce58b2c3-dc59-48f8-9991-9a35deb3c99e" providerId="ADAL" clId="{138D4888-2AD2-424A-894D-B6C3AF726071}" dt="2026-04-03T00:00:53.212" v="49" actId="1076"/>
          <ac:spMkLst>
            <pc:docMk/>
            <pc:sldMk cId="2541767628" sldId="256"/>
            <ac:spMk id="15" creationId="{ECE7773B-7F26-1EC9-C213-7B17493808F2}"/>
          </ac:spMkLst>
        </pc:spChg>
        <pc:spChg chg="mod">
          <ac:chgData name="Tyler Collings" userId="ce58b2c3-dc59-48f8-9991-9a35deb3c99e" providerId="ADAL" clId="{138D4888-2AD2-424A-894D-B6C3AF726071}" dt="2026-04-03T00:00:46.438" v="46" actId="1076"/>
          <ac:spMkLst>
            <pc:docMk/>
            <pc:sldMk cId="2541767628" sldId="256"/>
            <ac:spMk id="22" creationId="{1D779351-D314-14C9-473F-3D0985E177B4}"/>
          </ac:spMkLst>
        </pc:spChg>
        <pc:spChg chg="mod">
          <ac:chgData name="Tyler Collings" userId="ce58b2c3-dc59-48f8-9991-9a35deb3c99e" providerId="ADAL" clId="{138D4888-2AD2-424A-894D-B6C3AF726071}" dt="2026-04-03T00:01:12.394" v="53" actId="1076"/>
          <ac:spMkLst>
            <pc:docMk/>
            <pc:sldMk cId="2541767628" sldId="256"/>
            <ac:spMk id="23" creationId="{C1345FD9-7CF0-0FDA-6A32-DA2FB398B0AE}"/>
          </ac:spMkLst>
        </pc:spChg>
        <pc:spChg chg="add mod">
          <ac:chgData name="Tyler Collings" userId="ce58b2c3-dc59-48f8-9991-9a35deb3c99e" providerId="ADAL" clId="{138D4888-2AD2-424A-894D-B6C3AF726071}" dt="2026-04-03T00:03:16.897" v="85" actId="1076"/>
          <ac:spMkLst>
            <pc:docMk/>
            <pc:sldMk cId="2541767628" sldId="256"/>
            <ac:spMk id="25" creationId="{77D40198-B953-A1E1-8A4A-43195CBDD6D9}"/>
          </ac:spMkLst>
        </pc:spChg>
        <pc:spChg chg="add mod">
          <ac:chgData name="Tyler Collings" userId="ce58b2c3-dc59-48f8-9991-9a35deb3c99e" providerId="ADAL" clId="{138D4888-2AD2-424A-894D-B6C3AF726071}" dt="2026-04-03T00:08:18.234" v="193" actId="1076"/>
          <ac:spMkLst>
            <pc:docMk/>
            <pc:sldMk cId="2541767628" sldId="256"/>
            <ac:spMk id="26" creationId="{EFF9EB7F-0DB8-E9D0-7B3E-691110E6CB03}"/>
          </ac:spMkLst>
        </pc:spChg>
        <pc:spChg chg="add mod">
          <ac:chgData name="Tyler Collings" userId="ce58b2c3-dc59-48f8-9991-9a35deb3c99e" providerId="ADAL" clId="{138D4888-2AD2-424A-894D-B6C3AF726071}" dt="2026-04-03T00:08:21.130" v="194" actId="1076"/>
          <ac:spMkLst>
            <pc:docMk/>
            <pc:sldMk cId="2541767628" sldId="256"/>
            <ac:spMk id="27" creationId="{366E9935-D1F4-AAD4-5769-505688AD1BF5}"/>
          </ac:spMkLst>
        </pc:spChg>
        <pc:spChg chg="add mod">
          <ac:chgData name="Tyler Collings" userId="ce58b2c3-dc59-48f8-9991-9a35deb3c99e" providerId="ADAL" clId="{138D4888-2AD2-424A-894D-B6C3AF726071}" dt="2026-04-03T00:08:24.028" v="195" actId="1076"/>
          <ac:spMkLst>
            <pc:docMk/>
            <pc:sldMk cId="2541767628" sldId="256"/>
            <ac:spMk id="28" creationId="{B7B4846D-304F-7F76-50D6-629522853D9C}"/>
          </ac:spMkLst>
        </pc:spChg>
        <pc:spChg chg="add mod">
          <ac:chgData name="Tyler Collings" userId="ce58b2c3-dc59-48f8-9991-9a35deb3c99e" providerId="ADAL" clId="{138D4888-2AD2-424A-894D-B6C3AF726071}" dt="2026-04-03T00:08:29.371" v="197" actId="1076"/>
          <ac:spMkLst>
            <pc:docMk/>
            <pc:sldMk cId="2541767628" sldId="256"/>
            <ac:spMk id="29" creationId="{F6EB5D72-AE82-F1CF-BE36-6F5E15313DE5}"/>
          </ac:spMkLst>
        </pc:spChg>
        <pc:spChg chg="add mod">
          <ac:chgData name="Tyler Collings" userId="ce58b2c3-dc59-48f8-9991-9a35deb3c99e" providerId="ADAL" clId="{138D4888-2AD2-424A-894D-B6C3AF726071}" dt="2026-04-03T00:08:27.771" v="196" actId="1076"/>
          <ac:spMkLst>
            <pc:docMk/>
            <pc:sldMk cId="2541767628" sldId="256"/>
            <ac:spMk id="30" creationId="{0412906F-B267-0E5A-83FA-337453FA74CD}"/>
          </ac:spMkLst>
        </pc:spChg>
        <pc:picChg chg="mod">
          <ac:chgData name="Tyler Collings" userId="ce58b2c3-dc59-48f8-9991-9a35deb3c99e" providerId="ADAL" clId="{138D4888-2AD2-424A-894D-B6C3AF726071}" dt="2026-04-03T00:00:48.242" v="47" actId="1076"/>
          <ac:picMkLst>
            <pc:docMk/>
            <pc:sldMk cId="2541767628" sldId="256"/>
            <ac:picMk id="4" creationId="{D7EFD971-D48F-26FD-51B4-91E3E13DB621}"/>
          </ac:picMkLst>
        </pc:picChg>
        <pc:picChg chg="mod">
          <ac:chgData name="Tyler Collings" userId="ce58b2c3-dc59-48f8-9991-9a35deb3c99e" providerId="ADAL" clId="{138D4888-2AD2-424A-894D-B6C3AF726071}" dt="2026-04-03T00:03:16.897" v="85" actId="1076"/>
          <ac:picMkLst>
            <pc:docMk/>
            <pc:sldMk cId="2541767628" sldId="256"/>
            <ac:picMk id="5" creationId="{F49A1F28-615A-125F-74D8-42D3397A629D}"/>
          </ac:picMkLst>
        </pc:picChg>
        <pc:picChg chg="mod">
          <ac:chgData name="Tyler Collings" userId="ce58b2c3-dc59-48f8-9991-9a35deb3c99e" providerId="ADAL" clId="{138D4888-2AD2-424A-894D-B6C3AF726071}" dt="2026-04-03T00:03:16.897" v="85" actId="1076"/>
          <ac:picMkLst>
            <pc:docMk/>
            <pc:sldMk cId="2541767628" sldId="256"/>
            <ac:picMk id="7" creationId="{1AED4A76-4B36-D295-59E9-842AF8D8C486}"/>
          </ac:picMkLst>
        </pc:picChg>
        <pc:picChg chg="mod">
          <ac:chgData name="Tyler Collings" userId="ce58b2c3-dc59-48f8-9991-9a35deb3c99e" providerId="ADAL" clId="{138D4888-2AD2-424A-894D-B6C3AF726071}" dt="2026-04-03T00:01:39.862" v="61" actId="1076"/>
          <ac:picMkLst>
            <pc:docMk/>
            <pc:sldMk cId="2541767628" sldId="256"/>
            <ac:picMk id="16" creationId="{88A8C10A-EAFA-CF17-A88D-9C602C0F91E2}"/>
          </ac:picMkLst>
        </pc:picChg>
        <pc:picChg chg="mod">
          <ac:chgData name="Tyler Collings" userId="ce58b2c3-dc59-48f8-9991-9a35deb3c99e" providerId="ADAL" clId="{138D4888-2AD2-424A-894D-B6C3AF726071}" dt="2026-04-03T00:01:41.962" v="62" actId="1076"/>
          <ac:picMkLst>
            <pc:docMk/>
            <pc:sldMk cId="2541767628" sldId="256"/>
            <ac:picMk id="17" creationId="{C483DED8-C4A9-340B-2C42-1B66162F0954}"/>
          </ac:picMkLst>
        </pc:picChg>
        <pc:picChg chg="add mod">
          <ac:chgData name="Tyler Collings" userId="ce58b2c3-dc59-48f8-9991-9a35deb3c99e" providerId="ADAL" clId="{138D4888-2AD2-424A-894D-B6C3AF726071}" dt="2026-04-03T00:03:16.897" v="85" actId="1076"/>
          <ac:picMkLst>
            <pc:docMk/>
            <pc:sldMk cId="2541767628" sldId="256"/>
            <ac:picMk id="19" creationId="{C17C0745-0869-AA80-619E-5FE6C9F316B1}"/>
          </ac:picMkLst>
        </pc:picChg>
        <pc:picChg chg="add mod">
          <ac:chgData name="Tyler Collings" userId="ce58b2c3-dc59-48f8-9991-9a35deb3c99e" providerId="ADAL" clId="{138D4888-2AD2-424A-894D-B6C3AF726071}" dt="2026-04-03T00:03:16.897" v="85" actId="1076"/>
          <ac:picMkLst>
            <pc:docMk/>
            <pc:sldMk cId="2541767628" sldId="256"/>
            <ac:picMk id="20" creationId="{821A8067-EA90-70EF-6FEF-5D07DF682AE3}"/>
          </ac:picMkLst>
        </pc:picChg>
        <pc:picChg chg="mod">
          <ac:chgData name="Tyler Collings" userId="ce58b2c3-dc59-48f8-9991-9a35deb3c99e" providerId="ADAL" clId="{138D4888-2AD2-424A-894D-B6C3AF726071}" dt="2026-04-02T23:59:49.484" v="3" actId="1076"/>
          <ac:picMkLst>
            <pc:docMk/>
            <pc:sldMk cId="2541767628" sldId="256"/>
            <ac:picMk id="1026" creationId="{8E65C7EC-3107-D4FF-104B-5EF67D46DE4E}"/>
          </ac:picMkLst>
        </pc:picChg>
        <pc:cxnChg chg="mod">
          <ac:chgData name="Tyler Collings" userId="ce58b2c3-dc59-48f8-9991-9a35deb3c99e" providerId="ADAL" clId="{138D4888-2AD2-424A-894D-B6C3AF726071}" dt="2026-04-03T00:03:16.897" v="85" actId="1076"/>
          <ac:cxnSpMkLst>
            <pc:docMk/>
            <pc:sldMk cId="2541767628" sldId="256"/>
            <ac:cxnSpMk id="9" creationId="{7F3ECA3D-8490-3E55-441E-54807CD92F7F}"/>
          </ac:cxnSpMkLst>
        </pc:cxnChg>
        <pc:cxnChg chg="mod">
          <ac:chgData name="Tyler Collings" userId="ce58b2c3-dc59-48f8-9991-9a35deb3c99e" providerId="ADAL" clId="{138D4888-2AD2-424A-894D-B6C3AF726071}" dt="2026-04-03T00:03:21.453" v="95" actId="14100"/>
          <ac:cxnSpMkLst>
            <pc:docMk/>
            <pc:sldMk cId="2541767628" sldId="256"/>
            <ac:cxnSpMk id="11" creationId="{482AE829-EA52-C368-B206-26959B06D60E}"/>
          </ac:cxnSpMkLst>
        </pc:cxnChg>
        <pc:cxnChg chg="add mod">
          <ac:chgData name="Tyler Collings" userId="ce58b2c3-dc59-48f8-9991-9a35deb3c99e" providerId="ADAL" clId="{138D4888-2AD2-424A-894D-B6C3AF726071}" dt="2026-04-03T00:03:16.897" v="85" actId="1076"/>
          <ac:cxnSpMkLst>
            <pc:docMk/>
            <pc:sldMk cId="2541767628" sldId="256"/>
            <ac:cxnSpMk id="12" creationId="{F5D032F4-3164-7F8C-5481-5C2F1DF53CBF}"/>
          </ac:cxnSpMkLst>
        </pc:cxnChg>
        <pc:cxnChg chg="mod">
          <ac:chgData name="Tyler Collings" userId="ce58b2c3-dc59-48f8-9991-9a35deb3c99e" providerId="ADAL" clId="{138D4888-2AD2-424A-894D-B6C3AF726071}" dt="2026-04-03T00:00:27.030" v="25" actId="14100"/>
          <ac:cxnSpMkLst>
            <pc:docMk/>
            <pc:sldMk cId="2541767628" sldId="256"/>
            <ac:cxnSpMk id="14" creationId="{C6FB6F9C-CB2E-7BBE-1C28-B2608D5E40F9}"/>
          </ac:cxnSpMkLst>
        </pc:cxnChg>
        <pc:cxnChg chg="mod">
          <ac:chgData name="Tyler Collings" userId="ce58b2c3-dc59-48f8-9991-9a35deb3c99e" providerId="ADAL" clId="{138D4888-2AD2-424A-894D-B6C3AF726071}" dt="2026-04-03T00:01:06.187" v="51" actId="1076"/>
          <ac:cxnSpMkLst>
            <pc:docMk/>
            <pc:sldMk cId="2541767628" sldId="256"/>
            <ac:cxnSpMk id="18" creationId="{090E96A3-DCEC-661F-ED86-25570C3ADE10}"/>
          </ac:cxnSpMkLst>
        </pc:cxnChg>
        <pc:cxnChg chg="mod">
          <ac:chgData name="Tyler Collings" userId="ce58b2c3-dc59-48f8-9991-9a35deb3c99e" providerId="ADAL" clId="{138D4888-2AD2-424A-894D-B6C3AF726071}" dt="2026-04-03T00:00:51.653" v="48" actId="1076"/>
          <ac:cxnSpMkLst>
            <pc:docMk/>
            <pc:sldMk cId="2541767628" sldId="256"/>
            <ac:cxnSpMk id="21" creationId="{BC2A5973-9E7C-B56C-3D18-F7FBB3ED32AF}"/>
          </ac:cxnSpMkLst>
        </pc:cxnChg>
        <pc:cxnChg chg="add mod">
          <ac:chgData name="Tyler Collings" userId="ce58b2c3-dc59-48f8-9991-9a35deb3c99e" providerId="ADAL" clId="{138D4888-2AD2-424A-894D-B6C3AF726071}" dt="2026-04-03T00:03:16.897" v="85" actId="1076"/>
          <ac:cxnSpMkLst>
            <pc:docMk/>
            <pc:sldMk cId="2541767628" sldId="256"/>
            <ac:cxnSpMk id="24" creationId="{5ACB66A6-3524-33FE-52A4-94B6F2F892A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043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733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73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79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511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87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630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108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5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30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458CF-4DE2-42AA-B93D-B598BC4A3912}" type="datetimeFigureOut">
              <a:rPr lang="en-AU" smtClean="0"/>
              <a:t>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04D0C-1754-497B-80B5-3D4E1BDA49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786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Speed Plus - System Hardware – VALD Knowledge Base">
            <a:extLst>
              <a:ext uri="{FF2B5EF4-FFF2-40B4-BE49-F238E27FC236}">
                <a16:creationId xmlns:a16="http://schemas.microsoft.com/office/drawing/2014/main" id="{8E65C7EC-3107-D4FF-104B-5EF67D46D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752" y="327677"/>
            <a:ext cx="494151" cy="61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martSpeed Plus - System Hardware – VALD Knowledge Base">
            <a:extLst>
              <a:ext uri="{FF2B5EF4-FFF2-40B4-BE49-F238E27FC236}">
                <a16:creationId xmlns:a16="http://schemas.microsoft.com/office/drawing/2014/main" id="{D7EFD971-D48F-26FD-51B4-91E3E13DB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244" y="343517"/>
            <a:ext cx="494151" cy="61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martSpeed Plus - System Hardware – VALD Knowledge Base">
            <a:extLst>
              <a:ext uri="{FF2B5EF4-FFF2-40B4-BE49-F238E27FC236}">
                <a16:creationId xmlns:a16="http://schemas.microsoft.com/office/drawing/2014/main" id="{F49A1F28-615A-125F-74D8-42D3397A6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071" y="3282133"/>
            <a:ext cx="494151" cy="61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ED4A76-4B36-D295-59E9-842AF8D8C4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0" t="50000" r="56693" b="16225"/>
          <a:stretch/>
        </p:blipFill>
        <p:spPr>
          <a:xfrm>
            <a:off x="3368518" y="3385411"/>
            <a:ext cx="314026" cy="32401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3ECA3D-8490-3E55-441E-54807CD92F7F}"/>
              </a:ext>
            </a:extLst>
          </p:cNvPr>
          <p:cNvCxnSpPr>
            <a:cxnSpLocks/>
          </p:cNvCxnSpPr>
          <p:nvPr/>
        </p:nvCxnSpPr>
        <p:spPr>
          <a:xfrm flipV="1">
            <a:off x="2703708" y="3510018"/>
            <a:ext cx="607500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0AE5AE-D8B2-8902-0159-7D7ECAD98CFA}"/>
              </a:ext>
            </a:extLst>
          </p:cNvPr>
          <p:cNvSpPr txBox="1"/>
          <p:nvPr/>
        </p:nvSpPr>
        <p:spPr>
          <a:xfrm>
            <a:off x="2782362" y="3261808"/>
            <a:ext cx="45019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1.5m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2AE829-EA52-C368-B206-26959B06D60E}"/>
              </a:ext>
            </a:extLst>
          </p:cNvPr>
          <p:cNvCxnSpPr>
            <a:cxnSpLocks/>
          </p:cNvCxnSpPr>
          <p:nvPr/>
        </p:nvCxnSpPr>
        <p:spPr>
          <a:xfrm flipV="1">
            <a:off x="2984103" y="1542029"/>
            <a:ext cx="0" cy="1800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FC5619-D811-B0F5-4F41-AA5501164183}"/>
              </a:ext>
            </a:extLst>
          </p:cNvPr>
          <p:cNvSpPr txBox="1"/>
          <p:nvPr/>
        </p:nvSpPr>
        <p:spPr>
          <a:xfrm>
            <a:off x="2973452" y="2254761"/>
            <a:ext cx="472169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5 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FB6F9C-CB2E-7BBE-1C28-B2608D5E40F9}"/>
              </a:ext>
            </a:extLst>
          </p:cNvPr>
          <p:cNvCxnSpPr/>
          <p:nvPr/>
        </p:nvCxnSpPr>
        <p:spPr>
          <a:xfrm flipV="1">
            <a:off x="2408769" y="633338"/>
            <a:ext cx="1080000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E7773B-7F26-1EC9-C213-7B17493808F2}"/>
              </a:ext>
            </a:extLst>
          </p:cNvPr>
          <p:cNvSpPr txBox="1"/>
          <p:nvPr/>
        </p:nvSpPr>
        <p:spPr>
          <a:xfrm>
            <a:off x="3031381" y="852334"/>
            <a:ext cx="4941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1.5 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A8C10A-EAFA-CF17-A88D-9C602C0F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0" t="50000" r="56693" b="16225"/>
          <a:stretch/>
        </p:blipFill>
        <p:spPr>
          <a:xfrm>
            <a:off x="4121882" y="1333917"/>
            <a:ext cx="314026" cy="3240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83DED8-C4A9-340B-2C42-1B66162F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0" t="50000" r="56693" b="16225"/>
          <a:stretch/>
        </p:blipFill>
        <p:spPr>
          <a:xfrm flipH="1">
            <a:off x="1532299" y="1320101"/>
            <a:ext cx="314026" cy="32401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0E96A3-DCEC-661F-ED86-25570C3ADE10}"/>
              </a:ext>
            </a:extLst>
          </p:cNvPr>
          <p:cNvCxnSpPr/>
          <p:nvPr/>
        </p:nvCxnSpPr>
        <p:spPr>
          <a:xfrm flipV="1">
            <a:off x="1893452" y="1495923"/>
            <a:ext cx="2160000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2A5973-9E7C-B56C-3D18-F7FBB3ED32AF}"/>
              </a:ext>
            </a:extLst>
          </p:cNvPr>
          <p:cNvCxnSpPr>
            <a:cxnSpLocks/>
          </p:cNvCxnSpPr>
          <p:nvPr/>
        </p:nvCxnSpPr>
        <p:spPr>
          <a:xfrm flipV="1">
            <a:off x="2958725" y="705912"/>
            <a:ext cx="0" cy="540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779351-D314-14C9-473F-3D0985E177B4}"/>
              </a:ext>
            </a:extLst>
          </p:cNvPr>
          <p:cNvSpPr txBox="1"/>
          <p:nvPr/>
        </p:nvSpPr>
        <p:spPr>
          <a:xfrm>
            <a:off x="2759426" y="402422"/>
            <a:ext cx="493819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3 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345FD9-7CF0-0FDA-6A32-DA2FB398B0AE}"/>
              </a:ext>
            </a:extLst>
          </p:cNvPr>
          <p:cNvSpPr txBox="1"/>
          <p:nvPr/>
        </p:nvSpPr>
        <p:spPr>
          <a:xfrm>
            <a:off x="2794389" y="1282098"/>
            <a:ext cx="49415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6 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D032F4-3164-7F8C-5481-5C2F1DF53CBF}"/>
              </a:ext>
            </a:extLst>
          </p:cNvPr>
          <p:cNvCxnSpPr>
            <a:cxnSpLocks/>
          </p:cNvCxnSpPr>
          <p:nvPr/>
        </p:nvCxnSpPr>
        <p:spPr>
          <a:xfrm flipV="1">
            <a:off x="2994754" y="3587794"/>
            <a:ext cx="0" cy="18000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SmartSpeed Plus - System Hardware – VALD Knowledge Base">
            <a:extLst>
              <a:ext uri="{FF2B5EF4-FFF2-40B4-BE49-F238E27FC236}">
                <a16:creationId xmlns:a16="http://schemas.microsoft.com/office/drawing/2014/main" id="{C17C0745-0869-AA80-619E-5FE6C9F31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95" y="5379412"/>
            <a:ext cx="494151" cy="61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1A8067-EA90-70EF-6FEF-5D07DF68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0" t="50000" r="56693" b="16225"/>
          <a:stretch/>
        </p:blipFill>
        <p:spPr>
          <a:xfrm>
            <a:off x="3375342" y="5482690"/>
            <a:ext cx="314026" cy="32401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CB66A6-3524-33FE-52A4-94B6F2F892A0}"/>
              </a:ext>
            </a:extLst>
          </p:cNvPr>
          <p:cNvCxnSpPr>
            <a:cxnSpLocks/>
          </p:cNvCxnSpPr>
          <p:nvPr/>
        </p:nvCxnSpPr>
        <p:spPr>
          <a:xfrm flipV="1">
            <a:off x="2710532" y="5607297"/>
            <a:ext cx="607500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D40198-B953-A1E1-8A4A-43195CBDD6D9}"/>
              </a:ext>
            </a:extLst>
          </p:cNvPr>
          <p:cNvSpPr txBox="1"/>
          <p:nvPr/>
        </p:nvSpPr>
        <p:spPr>
          <a:xfrm>
            <a:off x="2789186" y="5359087"/>
            <a:ext cx="450192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1.5m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F9EB7F-0DB8-E9D0-7B3E-691110E6CB03}"/>
              </a:ext>
            </a:extLst>
          </p:cNvPr>
          <p:cNvSpPr txBox="1"/>
          <p:nvPr/>
        </p:nvSpPr>
        <p:spPr>
          <a:xfrm>
            <a:off x="3006335" y="4320538"/>
            <a:ext cx="472169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13" dirty="0"/>
              <a:t>5 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6E9935-D1F4-AAD4-5769-505688AD1BF5}"/>
              </a:ext>
            </a:extLst>
          </p:cNvPr>
          <p:cNvSpPr txBox="1"/>
          <p:nvPr/>
        </p:nvSpPr>
        <p:spPr>
          <a:xfrm>
            <a:off x="1689312" y="4332017"/>
            <a:ext cx="1143928" cy="248209"/>
          </a:xfrm>
          <a:prstGeom prst="rect">
            <a:avLst/>
          </a:prstGeom>
          <a:solidFill>
            <a:srgbClr val="0E284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13" b="1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Acceleration zone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B4846D-304F-7F76-50D6-629522853D9C}"/>
              </a:ext>
            </a:extLst>
          </p:cNvPr>
          <p:cNvSpPr txBox="1"/>
          <p:nvPr/>
        </p:nvSpPr>
        <p:spPr>
          <a:xfrm>
            <a:off x="1791994" y="2289007"/>
            <a:ext cx="1002579" cy="248209"/>
          </a:xfrm>
          <a:prstGeom prst="rect">
            <a:avLst/>
          </a:prstGeom>
          <a:solidFill>
            <a:srgbClr val="0E284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13" b="1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Reaction zone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EB5D72-AE82-F1CF-BE36-6F5E15313DE5}"/>
              </a:ext>
            </a:extLst>
          </p:cNvPr>
          <p:cNvSpPr txBox="1"/>
          <p:nvPr/>
        </p:nvSpPr>
        <p:spPr>
          <a:xfrm>
            <a:off x="1153585" y="784998"/>
            <a:ext cx="638409" cy="248209"/>
          </a:xfrm>
          <a:prstGeom prst="rect">
            <a:avLst/>
          </a:prstGeom>
          <a:solidFill>
            <a:srgbClr val="0E284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013" b="1" dirty="0">
                <a:solidFill>
                  <a:schemeClr val="bg1"/>
                </a:solidFill>
              </a:rPr>
              <a:t>Left cut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12906F-B267-0E5A-83FA-337453FA74CD}"/>
              </a:ext>
            </a:extLst>
          </p:cNvPr>
          <p:cNvSpPr txBox="1"/>
          <p:nvPr/>
        </p:nvSpPr>
        <p:spPr>
          <a:xfrm>
            <a:off x="3937681" y="852334"/>
            <a:ext cx="682427" cy="248209"/>
          </a:xfrm>
          <a:prstGeom prst="rect">
            <a:avLst/>
          </a:prstGeom>
          <a:solidFill>
            <a:srgbClr val="0E284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13" b="1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Right cut </a:t>
            </a:r>
          </a:p>
        </p:txBody>
      </p:sp>
    </p:spTree>
    <p:extLst>
      <p:ext uri="{BB962C8B-B14F-4D97-AF65-F5344CB8AC3E}">
        <p14:creationId xmlns:p14="http://schemas.microsoft.com/office/powerpoint/2010/main" val="254176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49d32b-870f-45d9-9f00-17e32c7e6957">
      <Terms xmlns="http://schemas.microsoft.com/office/infopath/2007/PartnerControls"/>
    </lcf76f155ced4ddcb4097134ff3c332f>
    <TaxCatchAll xmlns="e518ffee-25af-48a8-bede-eab68c36297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5A364B1478E443ADCB10EC9D493258" ma:contentTypeVersion="16" ma:contentTypeDescription="Create a new document." ma:contentTypeScope="" ma:versionID="c782148f26d3487b1afa00b36c4da798">
  <xsd:schema xmlns:xsd="http://www.w3.org/2001/XMLSchema" xmlns:xs="http://www.w3.org/2001/XMLSchema" xmlns:p="http://schemas.microsoft.com/office/2006/metadata/properties" xmlns:ns1="http://schemas.microsoft.com/sharepoint/v3" xmlns:ns2="4749d32b-870f-45d9-9f00-17e32c7e6957" xmlns:ns3="e518ffee-25af-48a8-bede-eab68c36297f" targetNamespace="http://schemas.microsoft.com/office/2006/metadata/properties" ma:root="true" ma:fieldsID="adbc28cdf33a86508f50cfca89aa1653" ns1:_="" ns2:_="" ns3:_="">
    <xsd:import namespace="http://schemas.microsoft.com/sharepoint/v3"/>
    <xsd:import namespace="4749d32b-870f-45d9-9f00-17e32c7e6957"/>
    <xsd:import namespace="e518ffee-25af-48a8-bede-eab68c36297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49d32b-870f-45d9-9f00-17e32c7e695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7fcee89-5a73-4a7b-ac3d-7e05f0940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18ffee-25af-48a8-bede-eab68c36297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c479b5e-472f-41db-9b3c-ee3b5ab912be}" ma:internalName="TaxCatchAll" ma:showField="CatchAllData" ma:web="e518ffee-25af-48a8-bede-eab68c3629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02B3AB-B411-4468-BFCD-D3004738CC01}">
  <ds:schemaRefs>
    <ds:schemaRef ds:uri="http://schemas.microsoft.com/office/2006/metadata/properties"/>
    <ds:schemaRef ds:uri="http://schemas.microsoft.com/office/infopath/2007/PartnerControls"/>
    <ds:schemaRef ds:uri="4749d32b-870f-45d9-9f00-17e32c7e6957"/>
    <ds:schemaRef ds:uri="e518ffee-25af-48a8-bede-eab68c36297f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A1F47E0-70C4-482D-A137-1EB01530F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13BAB3-8E2F-41FB-93B7-84FE08B0A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749d32b-870f-45d9-9f00-17e32c7e6957"/>
    <ds:schemaRef ds:uri="e518ffee-25af-48a8-bede-eab68c3629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507654c-1543-47e1-81c5-300c2627be14}" enabled="1" method="Standard" siteId="{5a7cc8ab-a4dc-4f9b-bf60-66714049ad6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20</Words>
  <Application>Microsoft Office PowerPoint</Application>
  <PresentationFormat>A4 Paper (210x297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Collings</dc:creator>
  <cp:lastModifiedBy>Tyler Collings</cp:lastModifiedBy>
  <cp:revision>1</cp:revision>
  <dcterms:created xsi:type="dcterms:W3CDTF">2025-06-25T09:28:35Z</dcterms:created>
  <dcterms:modified xsi:type="dcterms:W3CDTF">2026-04-03T00:08:36Z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0x010100D75A364B1478E443ADCB10EC9D493258</vt:lpwstr>
  </property>
  <property fmtid="{D5CDD505-2E9C-101B-9397-08002B2CF9AE}" pid="3" name="MediaServiceImageTags">
    <vt:lpwstr/>
  </property>
</Properties>
</file>